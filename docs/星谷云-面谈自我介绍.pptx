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12848"/>
            <a:ext cx="9144000" cy="2935224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 永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8E8"/>
                </a:solidFill>
              </a:rPr>
              <a:t>20年B端经验·会展行业深度理解·AI Agent实操能力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 谈 自 我 介 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星谷云·2026年6月·深圳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我对星谷云的理解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0" cy="210312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0116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15年深耕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2010年成立·5000+客户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总部上海·100+代理商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Google/Facebook/TikTok合作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210312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97280"/>
            <a:ext cx="20116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11个AI智能体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独立站专家·社媒运营·短视频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AI外贸人(24h多语种)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AI展会营销(会展专项)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2011680" cy="210312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97280"/>
            <a:ext cx="20116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客户价值·降本增效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传统6人120-200万/年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→AI方案10-20万/年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效率提升6x+·询盘+50%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97280"/>
            <a:ext cx="2011680" cy="210312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097280"/>
            <a:ext cx="20116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虚拟出海营销组织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不是工具，是AI员工团队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AI做重复的，人做高级的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深度嵌入业务全流程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"AI做重复低效的事，人做更高级的事"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核心匹配：会展经验×AI展会营销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27432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我的会展行业经验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九象展览科技·产品总监(4年)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服务法国智奥集团(GL Events)中国区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驻场广州保利/重庆科学会堂等10+场馆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CIBF电池展等10+主办展会服务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攻克业财一体化+ERP打通难题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年实收1,200万+·利润率35%+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27432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0233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星谷云AI展会营销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展前：AI精准展商挖掘+多语种邀约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展中：展馆5-10km AI广告+扫码留资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展后：AI线索分级+客户资产沉淀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已落地：米奥兰特·华东交易会等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欧洲储能展90+有效询盘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UzBuild中亚建材展3.5万+覆盖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"展览公司招商有多难，我最清楚。AI展会营销产品，我不用培训就能卖。"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Agent实操能力—开源项目证明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754880" cy="32004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7548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AI Agent开源项目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github.com/yongmababa-pixel/plm-ai-agent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MIT开源·56页技术方案·4角色16页面·独立全栈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LangGraph多智能体编排(5类Agent协同)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MCP工具协议(标准化Agent-系统交互)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三层Memory架构(工作/会话/长期记忆)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FastAPI+WebSocket实时Agent可视化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Coze风格工作流画布·拖拽编排Agent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97280"/>
            <a:ext cx="3291840" cy="3200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对星谷云意味着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8288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不是"了解AI"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是亲自设计+开发了Multi-Agent系统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客户问技术原理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我不用等技术，自己就能答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你们的MCP/Multi-Agent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我已经实操过了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销售与KA客户经验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32004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深圳中房信息·副总经理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从0组建销售团队·获客→招投标→签约→回款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20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建设银行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192024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920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税务总局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920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中国移动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▸ 服务30家一级评估机构·覆盖21省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 累计签约数千万元·多轮资本引入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 产品→市场→数据反哺→盈利闭环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23360" cy="32004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97280"/>
            <a:ext cx="40233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九象展览·产品总监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主导招投标全流程·方案+报价+述标答辩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192024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920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广州保利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92024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1920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重庆科学会堂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0" y="192024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1920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法国智奥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▸ 中标千万级项目·Demo+方案推动签约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 1条产品线→3条·年实收1,200万+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▸ 拉通算法/工程/业务/销售四线团队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我能为星谷云带来什么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22860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会展客户直通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认识展览主办方、会展中心决策人。AI展会营销产品可直接切入人脉圈，不用从零拓客。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51760" cy="22860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97280"/>
            <a:ext cx="26517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AI说服力降维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普通销售说"AI很厉害"，我能开GitHub给客户看Multi-Agent怎么工作。信任度完全不同。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097280"/>
            <a:ext cx="2651760" cy="228600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1097280"/>
            <a:ext cx="26517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全流程操盘闭环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从获客到签约到回款，我自己跑通过。不需培训销售流程，来了就能打。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1,200万+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年实收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5740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30家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057400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一级机构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49040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产品线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40680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利润率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团队管理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84124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面试时可以现场打开GitHub演示PLM AI Agent开源项目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770632" cy="237744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770632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普通销售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只会打电话发传单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1097280"/>
            <a:ext cx="2770632" cy="237744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1097280"/>
            <a:ext cx="2770632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2344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16459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纯技术人员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93592" y="23774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只懂代码不懂客户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47688" y="1097280"/>
            <a:ext cx="2770632" cy="2377440"/>
          </a:xfrm>
          <a:prstGeom prst="rect">
            <a:avLst/>
          </a:prstGeom>
          <a:solidFill>
            <a:srgbClr val="F0F6FA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47688" y="1097280"/>
            <a:ext cx="2770632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739128" y="12344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9128" y="16459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懂行业的AI销售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39128" y="23774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会展+AI Agent+销售=三合一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会展行业专家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84048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Agent实操者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384048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B端全流程销售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星谷云需要的不是会打电话的人，而是能跟展览公司老板聊行业痛点、能跟技术团队聊AI架构、能独立完成从获客到签约全流程的人。这就是我。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310128"/>
            <a:ext cx="9144000" cy="183794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期待加入星谷云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D8E8"/>
                </a:solidFill>
              </a:rPr>
              <a:t>用AI助力中国企业出海·这是我认同的事业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8E8"/>
                </a:solidFill>
              </a:rPr>
              <a:t>📱 18503016885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8E8"/>
                </a:solidFill>
              </a:rPr>
              <a:t>📧 44484660@qq.com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8E8"/>
                </a:solidFill>
              </a:rPr>
              <a:t>🔗 github.com/yongmababa-pixel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感谢您的时间·期待共事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马永·面谈自我介绍-星谷云</dc:title>
  <dc:subject>PptxGenJS Presentation</dc:subject>
  <dc:creator>马永</dc:creator>
  <cp:lastModifiedBy>马永</cp:lastModifiedBy>
  <cp:revision>1</cp:revision>
  <dcterms:created xsi:type="dcterms:W3CDTF">2026-06-24T04:12:33Z</dcterms:created>
  <dcterms:modified xsi:type="dcterms:W3CDTF">2026-06-24T04:12:33Z</dcterms:modified>
</cp:coreProperties>
</file>